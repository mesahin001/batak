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37744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♥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48056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A9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0" y="1828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♣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spc="1200" kern="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NFT-Rewarded Multiplayer Card Game on Solana Mobile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Stack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6032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 MWA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Rewards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3749040"/>
            <a:ext cx="1920240" cy="384048"/>
          </a:xfrm>
          <a:prstGeom prst="roundRect">
            <a:avLst>
              <a:gd name="adj" fmla="val 23810"/>
            </a:avLst>
          </a:prstGeom>
          <a:solidFill>
            <a:srgbClr val="2D6A4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374904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 | Solana Mobile Hackathon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Games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users lack truly native, ground-up gaming experiences. Most dApps are wrapped web apps.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18872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29200" y="12344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Gameplay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crypto games sacrifice depth for tokenomics. Real players want real game mechanics.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Western-Centric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gaming ignores massive non-English markets. Turkey, Eastern Europe, Middle East are underserved.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26080"/>
            <a:ext cx="4206240" cy="150876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926080"/>
            <a:ext cx="73152" cy="15087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175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029200" y="2971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Rewards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4747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Play-to-earn models collapse. Players need tangible, lasting on-chain assets tied to real achievement.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Batak Tournament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deeply authentic Turkish card game — reimagined as a Solana-native mobile tournament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60604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57860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52-card, 4-player trick-taking game — 2 game modes (Koz Maça, İhaleli Batak)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08376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8094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 (Easy / Normal / Hard) — play solo or multiplayer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410712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cNFT trophy awarded to tournament winners on mainnet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13048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785616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 stake — create high-stakes SKR tournaments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4215384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87952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Multi-wallet: Phantom, Backpack, Seeker — one auth 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617720"/>
            <a:ext cx="54864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59028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languages — English, Turkish, German, Spanish + more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7784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557784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deck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60920" y="114300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60920" y="137160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7360920" y="2194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/ game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57784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5–11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557784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/ tournament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60920" y="3017520"/>
            <a:ext cx="155448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360920" y="32461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7360920" y="4069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— free entry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Solana Mobile Stack — Deep Integration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73152" cy="1645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Wallet Adapter (MWA) — wallet-agnostic auth &amp; signing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Phantom, Backpack, Seeker out-of-the-box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Devnet memo tx → proof of wallet approval for SKR stake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React Native (ground-up, no web wrapper)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09728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097280"/>
            <a:ext cx="73152" cy="164592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17043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/ Blockchain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15361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Metaplex Bubblegum compressed NFTs on Solana Mainnet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18196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tree: EQPVVrkCnP... (14-depth, 16K capacity)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2103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metadata via nft.storage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238658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mint trophy to their wallet automatically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880360"/>
            <a:ext cx="73152" cy="164592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Token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 mint: SKRbvo6Gf7G... (mainnet balance read-only)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modal: preset amounts + MWA approval flow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validates claimSignature before creating room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mainnet (SKR) vs devnet (game) — no cross-contamination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2880360"/>
            <a:ext cx="4251960" cy="1645920"/>
          </a:xfrm>
          <a:prstGeom prst="rect">
            <a:avLst/>
          </a:prstGeom>
          <a:solidFill>
            <a:srgbClr val="1A472A"/>
          </a:solidFill>
          <a:ln w="12700">
            <a:solidFill>
              <a:srgbClr val="2D4A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2880360"/>
            <a:ext cx="73152" cy="16459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29535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Server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33192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TypeScript — fully server-authoritative game logic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360273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real-time events — per-player state (hidden hands)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8862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persistence: stats, leaderboard, NFT rewards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83480" y="41696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pPr indent="0" marL="0">
              <a:buNone/>
            </a:pPr>
            <a:r>
              <a:rPr lang="en-US" sz="10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→ Nginx → Cloudflare → batakci.xyz (live now)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Experience &amp; Gameplay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91640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0040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Wallet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MWA one-tap auth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Backpack / Seeker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221992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21992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039112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Queue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39112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Auto-match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players or bots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9784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941064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41064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7B61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758184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Play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58184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cards dealt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trick-taking rules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48856" y="1783080"/>
            <a:ext cx="347472" cy="0"/>
          </a:xfrm>
          <a:prstGeom prst="line">
            <a:avLst/>
          </a:prstGeom>
          <a:noFill/>
          <a:ln w="12700">
            <a:solidFill>
              <a:srgbClr val="8A9B8A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660136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FF6B3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660136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6B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5477256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Tournament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77256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across 5–11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to claim trophy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79208" y="1188720"/>
            <a:ext cx="1005840" cy="1005840"/>
          </a:xfrm>
          <a:prstGeom prst="ellipse">
            <a:avLst/>
          </a:prstGeom>
          <a:solidFill>
            <a:srgbClr val="1A472A"/>
          </a:solidFill>
          <a:ln w="254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79208" y="118872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7196328" y="233172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NFT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74320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cNFT lands in your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wallet on mainnet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🃏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1480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Casino Aesthetic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11480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green felt, gold borders — premium mobile game feel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96312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42032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587752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Bot AI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587752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difficulty levels — play anytime, no waiting for humans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72584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8304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🏆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764024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Leaderboard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764024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rankings across all players, filterable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48856" y="3520440"/>
            <a:ext cx="2011680" cy="1371600"/>
          </a:xfrm>
          <a:prstGeom prst="rect">
            <a:avLst/>
          </a:prstGeom>
          <a:solidFill>
            <a:srgbClr val="1A472A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94576" y="3566160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6940296" y="35661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Play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40296" y="4005072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Server-authoritative — no cheating, all hands hidden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472A"/>
          </a:solidFill>
          <a:ln w="12700">
            <a:solidFill>
              <a:srgbClr val="1A4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Why 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batakci.xyz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server, real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50592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450592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50592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failures — robust game logic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26864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26864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626864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Modes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26864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 Maça + İhaleli Batak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03136" y="1143000"/>
            <a:ext cx="1920240" cy="155448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03136" y="1143000"/>
            <a:ext cx="192024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216152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803136" y="1901952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E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03136" y="2249424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Global-ready from day one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This, Why Now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340156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Batak is Turkey's most popular card game — 85M+ potential users who already know the rules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372160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Seeker phone (2025) opens a mass-market hardware gateway for Solana Mobile gaming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65760" y="40416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  Deep card game mechanics = real retention — not another idle clicker or token farm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36168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 cNFTs are low-cost, permanent on-chain proofs of achievement — perfect for tournament rewards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468172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Multi-wallet MWA means we reach ALL Solana Mobile users, not just one wallet's community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Production live — batakci.xyz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Multi-wallet MWA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cNFT trophy minting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SKR stake rooms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7490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11 languages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4CAF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2026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Solana dApp Store listing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3756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Weekly ranked tournaments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Real-money SKR prize pools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Advanced stats &amp; replays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06040" cy="3474720"/>
          </a:xfrm>
          <a:prstGeom prst="rect">
            <a:avLst/>
          </a:prstGeom>
          <a:solidFill>
            <a:srgbClr val="1A472A"/>
          </a:solidFill>
          <a:ln w="12700">
            <a:solidFill>
              <a:srgbClr val="7B61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143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72200" y="17373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Web3 social — friend lists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2402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NFT-gated VIP tables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274320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Guild / clan 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3246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🏅 Seasonal championship NFTs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371600" y="45720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F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batakci.xyz   |   📥  APK: batakci.xyz/download   |   GitHub: mesahin001/batak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Batak Tournament — Monolith Hackathon Pitch</dc:title>
  <dc:subject>PptxGenJS Presentation</dc:subject>
  <dc:creator>Batak Tournament</dc:creator>
  <cp:lastModifiedBy>Batak Tournament</cp:lastModifiedBy>
  <cp:revision>1</cp:revision>
  <dcterms:created xsi:type="dcterms:W3CDTF">2026-03-06T22:19:49Z</dcterms:created>
  <dcterms:modified xsi:type="dcterms:W3CDTF">2026-03-06T22:19:49Z</dcterms:modified>
</cp:coreProperties>
</file>