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A9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♠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377440" y="1828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♥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480560" y="1828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A9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♦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0" y="1828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♣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12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BATAK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800" kern="0" dirty="0">
                <a:solidFill>
                  <a:srgbClr val="F0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NFT-Rewarded Multiplayer Card Game on Solana Mobile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2D6A4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Mobile Stack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3749040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2D6A4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3749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Multi-Wallet MWA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749040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2D6A4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749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cNFT Rewards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3749040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2D6A4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749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Languages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 | Solana Mobile Hackathon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206240" cy="1508760"/>
          </a:xfrm>
          <a:prstGeom prst="rect">
            <a:avLst/>
          </a:prstGeom>
          <a:solidFill>
            <a:srgbClr val="1A47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73152" cy="1508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2344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Mobile Games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Mobile users lack truly native, ground-up gaming experiences. Most dApps are wrapped web apps.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4206240" cy="1508760"/>
          </a:xfrm>
          <a:prstGeom prst="rect">
            <a:avLst/>
          </a:prstGeom>
          <a:solidFill>
            <a:srgbClr val="1A47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88720"/>
            <a:ext cx="73152" cy="1508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23560" y="12344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Gameplay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crypto games sacrifice depth for tokenomics. Real players want real game mechanics.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206240" cy="1508760"/>
          </a:xfrm>
          <a:prstGeom prst="rect">
            <a:avLst/>
          </a:prstGeom>
          <a:solidFill>
            <a:srgbClr val="1A47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26080"/>
            <a:ext cx="73152" cy="1508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17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2971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Western-Centric Design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gaming ignores massive non-English markets. Turkey, Eastern Europe, Middle East are underserved.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926080"/>
            <a:ext cx="4206240" cy="1508760"/>
          </a:xfrm>
          <a:prstGeom prst="rect">
            <a:avLst/>
          </a:prstGeom>
          <a:solidFill>
            <a:srgbClr val="1A472A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926080"/>
            <a:ext cx="73152" cy="15087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017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💎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23560" y="2971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Meaningful Rewards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34747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Play-to-earn models collapse. Players need tangible, lasting on-chain assets tied to real achievement.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Batak Tournament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deeply authentic Turkish card game — reimagined as a Solana-native mobile tournament platform.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54864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7860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52-card, 4-player trick-taking game — 2 game modes (Koz Maça, İhaleli Batak)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008376"/>
            <a:ext cx="54864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8094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bot AI (Easy / Normal / Hard) — play solo or multiplayer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410712"/>
            <a:ext cx="54864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8328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cNFT trophy awarded to tournament winners on mainnet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813048"/>
            <a:ext cx="54864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8561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 token stake — create high-stakes SKR tournaments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215384"/>
            <a:ext cx="54864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8795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Multi-wallet: Phantom, Backpack, Seeker — one auth flow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617720"/>
            <a:ext cx="54864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9028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languages — English, Turkish, German, Spanish + more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77840" y="1143000"/>
            <a:ext cx="1554480" cy="1645920"/>
          </a:xfrm>
          <a:prstGeom prst="rect">
            <a:avLst/>
          </a:prstGeom>
          <a:solidFill>
            <a:srgbClr val="1A472A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77840" y="13716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5577840" y="2194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deck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60920" y="1143000"/>
            <a:ext cx="1554480" cy="1645920"/>
          </a:xfrm>
          <a:prstGeom prst="rect">
            <a:avLst/>
          </a:prstGeom>
          <a:solidFill>
            <a:srgbClr val="1A472A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60920" y="13716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7360920" y="2194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/ game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77840" y="3017520"/>
            <a:ext cx="1554480" cy="1645920"/>
          </a:xfrm>
          <a:prstGeom prst="rect">
            <a:avLst/>
          </a:prstGeom>
          <a:solidFill>
            <a:srgbClr val="1A472A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77840" y="32461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5–11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5577840" y="40690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/ tournament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60920" y="3017520"/>
            <a:ext cx="1554480" cy="1645920"/>
          </a:xfrm>
          <a:prstGeom prst="rect">
            <a:avLst/>
          </a:prstGeom>
          <a:solidFill>
            <a:srgbClr val="1A472A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60920" y="32461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7360920" y="40690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play — free entry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Solana Mobile Stack — Deep Integration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51960" cy="1645920"/>
          </a:xfrm>
          <a:prstGeom prst="rect">
            <a:avLst/>
          </a:prstGeom>
          <a:solidFill>
            <a:srgbClr val="1A472A"/>
          </a:solidFill>
          <a:ln w="12700">
            <a:solidFill>
              <a:srgbClr val="2D4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73152" cy="1645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Mobile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Wallet Adapter (MWA) — wallet-agnostic auth &amp; signing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196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Phantom, Backpack, Seeker out-of-the-box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MWA-signed devnet memo tx on stake approval (prototype)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865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React Native (ground-up, no web wrapper)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4251960" cy="1645920"/>
          </a:xfrm>
          <a:prstGeom prst="rect">
            <a:avLst/>
          </a:prstGeom>
          <a:solidFill>
            <a:srgbClr val="1A472A"/>
          </a:solidFill>
          <a:ln w="12700">
            <a:solidFill>
              <a:srgbClr val="2D4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097280"/>
            <a:ext cx="73152" cy="16459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170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cNFT / Blockchain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5361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Metaplex Bubblegum compressed NFTs on Solana Mainnet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18196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tree: EQPVVrkCnP... (depth 5, 32 leaves, budgeted)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103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Trophy metadata served from batakci.xyz/nft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3865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 get the trophy automatically (2 per wallet/day)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4251960" cy="1645920"/>
          </a:xfrm>
          <a:prstGeom prst="rect">
            <a:avLst/>
          </a:prstGeom>
          <a:solidFill>
            <a:srgbClr val="1A472A"/>
          </a:solidFill>
          <a:ln w="12700">
            <a:solidFill>
              <a:srgbClr val="2D4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80360"/>
            <a:ext cx="73152" cy="16459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535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 Token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3192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 mint: SKRbvo6Gf7G... (mainnet balance read-only)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6027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modal: preset amounts + MWA approval flow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886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stake verification &amp; escrow: roadmap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1696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&amp; auth on devnet; cNFTs and SKR balance on mainnet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880360"/>
            <a:ext cx="4251960" cy="1645920"/>
          </a:xfrm>
          <a:prstGeom prst="rect">
            <a:avLst/>
          </a:prstGeom>
          <a:solidFill>
            <a:srgbClr val="1A472A"/>
          </a:solidFill>
          <a:ln w="12700">
            <a:solidFill>
              <a:srgbClr val="2D4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2880360"/>
            <a:ext cx="73152" cy="1645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9535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Server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33192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TypeScript — fully server-authoritative game logic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36027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real-time events — per-player state (hidden hands)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3886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persistence: stats, leaderboard, NFT rewards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41696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→ Nginx → Cloudflare → batakci.xyz (live now)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Experience &amp; Gameplay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91640" y="1783080"/>
            <a:ext cx="347472" cy="0"/>
          </a:xfrm>
          <a:prstGeom prst="line">
            <a:avLst/>
          </a:prstGeom>
          <a:noFill/>
          <a:ln w="12700">
            <a:solidFill>
              <a:srgbClr val="8A9B8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02920" y="1188720"/>
            <a:ext cx="1005840" cy="1005840"/>
          </a:xfrm>
          <a:prstGeom prst="ellipse">
            <a:avLst/>
          </a:prstGeom>
          <a:solidFill>
            <a:srgbClr val="1A472A"/>
          </a:solidFill>
          <a:ln w="254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Wallet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743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MWA one-tap auth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/ Backpack / Seeker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10712" y="1783080"/>
            <a:ext cx="347472" cy="0"/>
          </a:xfrm>
          <a:prstGeom prst="line">
            <a:avLst/>
          </a:prstGeom>
          <a:noFill/>
          <a:ln w="12700">
            <a:solidFill>
              <a:srgbClr val="8A9B8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221992" y="1188720"/>
            <a:ext cx="1005840" cy="1005840"/>
          </a:xfrm>
          <a:prstGeom prst="ellipse">
            <a:avLst/>
          </a:prstGeom>
          <a:solidFill>
            <a:srgbClr val="1A472A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21992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039112" y="2331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Queue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39112" y="2743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players or bots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9784" y="1783080"/>
            <a:ext cx="347472" cy="0"/>
          </a:xfrm>
          <a:prstGeom prst="line">
            <a:avLst/>
          </a:prstGeom>
          <a:noFill/>
          <a:ln w="12700">
            <a:solidFill>
              <a:srgbClr val="8A9B8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941064" y="1188720"/>
            <a:ext cx="1005840" cy="1005840"/>
          </a:xfrm>
          <a:prstGeom prst="ellipse">
            <a:avLst/>
          </a:prstGeom>
          <a:solidFill>
            <a:srgbClr val="1A472A"/>
          </a:solidFill>
          <a:ln w="2540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41064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B6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758184" y="2331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&amp; Play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58184" y="2743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cards dealt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trick-taking rules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48856" y="1783080"/>
            <a:ext cx="347472" cy="0"/>
          </a:xfrm>
          <a:prstGeom prst="line">
            <a:avLst/>
          </a:prstGeom>
          <a:noFill/>
          <a:ln w="12700">
            <a:solidFill>
              <a:srgbClr val="8A9B8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660136" y="1188720"/>
            <a:ext cx="1005840" cy="1005840"/>
          </a:xfrm>
          <a:prstGeom prst="ellipse">
            <a:avLst/>
          </a:prstGeom>
          <a:solidFill>
            <a:srgbClr val="1A472A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0136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477256" y="2331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Tournament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77256" y="2743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across 5–11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to claim trophy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79208" y="1188720"/>
            <a:ext cx="1005840" cy="1005840"/>
          </a:xfrm>
          <a:prstGeom prst="ellipse">
            <a:avLst/>
          </a:prstGeom>
          <a:solidFill>
            <a:srgbClr val="1A472A"/>
          </a:solidFill>
          <a:ln w="254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79208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196328" y="2331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NFT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96328" y="2743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cNFT lands in your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wallet on mainnet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520440"/>
            <a:ext cx="2011680" cy="1371600"/>
          </a:xfrm>
          <a:prstGeom prst="rect">
            <a:avLst/>
          </a:prstGeom>
          <a:solidFill>
            <a:srgbClr val="1A47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66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🃏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22960" y="35661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Casino Aesthetic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1480" y="400507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green felt, gold borders — premium mobile game feel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96312" y="3520440"/>
            <a:ext cx="2011680" cy="1371600"/>
          </a:xfrm>
          <a:prstGeom prst="rect">
            <a:avLst/>
          </a:prstGeom>
          <a:solidFill>
            <a:srgbClr val="1A47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42032" y="3566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999232" y="35661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Bot AI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587752" y="400507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difficulty levels — play anytime, no waiting for humans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72584" y="3520440"/>
            <a:ext cx="2011680" cy="1371600"/>
          </a:xfrm>
          <a:prstGeom prst="rect">
            <a:avLst/>
          </a:prstGeom>
          <a:solidFill>
            <a:srgbClr val="1A47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3566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175504" y="35661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Leaderboard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64024" y="400507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rankings across all players, filterable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48856" y="3520440"/>
            <a:ext cx="2011680" cy="1371600"/>
          </a:xfrm>
          <a:prstGeom prst="rect">
            <a:avLst/>
          </a:prstGeom>
          <a:solidFill>
            <a:srgbClr val="1A47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94576" y="3566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351776" y="35661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Play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40296" y="400507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Server-authoritative — no cheating, all hands hidden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2A"/>
          </a:solidFill>
          <a:ln w="12700">
            <a:solidFill>
              <a:srgbClr val="1A4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 &amp; Why Now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20240" cy="1554480"/>
          </a:xfrm>
          <a:prstGeom prst="rect">
            <a:avLst/>
          </a:prstGeom>
          <a:solidFill>
            <a:srgbClr val="1A472A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192024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1615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19019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batakci.xyz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2494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server, live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143000"/>
            <a:ext cx="1920240" cy="1554480"/>
          </a:xfrm>
          <a:prstGeom prst="rect">
            <a:avLst/>
          </a:prstGeom>
          <a:solidFill>
            <a:srgbClr val="1A472A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143000"/>
            <a:ext cx="192024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21615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136+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50592" y="19019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50592" y="22494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ownership &amp; mint-budget suites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143000"/>
            <a:ext cx="1920240" cy="1554480"/>
          </a:xfrm>
          <a:prstGeom prst="rect">
            <a:avLst/>
          </a:prstGeom>
          <a:solidFill>
            <a:srgbClr val="1A472A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143000"/>
            <a:ext cx="192024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21615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26864" y="19019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Modes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26864" y="22494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Koz Maça + İhaleli Batak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03136" y="1143000"/>
            <a:ext cx="1920240" cy="1554480"/>
          </a:xfrm>
          <a:prstGeom prst="rect">
            <a:avLst/>
          </a:prstGeom>
          <a:solidFill>
            <a:srgbClr val="1A472A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143000"/>
            <a:ext cx="192024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21615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803136" y="19019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03136" y="22494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Global-ready from day one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This, Why Now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65760" y="34015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Batak is Turkey's most popular card game — 85M+ potential users who already know the rules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7216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Seeker phone (2025) opens a mass-market hardware gateway for Solana Mobile gaming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0416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  Deep card game mechanics = real retention — not another idle clicker or token farm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36168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 cNFTs are low-cost, permanent on-chain proofs of achievement — perfect for tournament rewards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6817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Multi-wallet MWA means we reach ALL Solana Mobile users, not just one wallet's community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06040" cy="3474720"/>
          </a:xfrm>
          <a:prstGeom prst="rect">
            <a:avLst/>
          </a:prstGeom>
          <a:solidFill>
            <a:srgbClr val="1A472A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2606040" cy="4572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Production live — batakci.xyz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Multi-wallet MWA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cNFT minting (tested on Seeker)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SKR stake rooms (prototype)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749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11 languages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606040" cy="3474720"/>
          </a:xfrm>
          <a:prstGeom prst="rect">
            <a:avLst/>
          </a:prstGeom>
          <a:solidFill>
            <a:srgbClr val="1A472A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43000"/>
            <a:ext cx="2606040" cy="4572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143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Solana dApp Store listing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Weekly ranked tournaments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7432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On-chain SKR escrow &amp; prize pools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Larger Merkle tree for launch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143000"/>
            <a:ext cx="2606040" cy="3474720"/>
          </a:xfrm>
          <a:prstGeom prst="rect">
            <a:avLst/>
          </a:prstGeom>
          <a:solidFill>
            <a:srgbClr val="1A472A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143000"/>
            <a:ext cx="2606040" cy="4572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143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2200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Web3 social — friend lists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2240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NFT-gated VIP tables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27432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Guild / clan system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Seasonal championship NFTs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batakci.xyz   |   📥  APK: batakci.xyz/download   |   GitHub: mesahin001/batak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Batak Tournament — Monolith Hackathon Pitch</dc:title>
  <dc:subject>PptxGenJS Presentation</dc:subject>
  <dc:creator>Batak Tournament</dc:creator>
  <cp:lastModifiedBy>Batak Tournament</cp:lastModifiedBy>
  <cp:revision>1</cp:revision>
  <dcterms:created xsi:type="dcterms:W3CDTF">2026-03-06T22:19:49Z</dcterms:created>
  <dcterms:modified xsi:type="dcterms:W3CDTF">2026-03-06T22:19:49Z</dcterms:modified>
</cp:coreProperties>
</file>