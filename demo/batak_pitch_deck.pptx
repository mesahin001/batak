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9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37744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♥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48056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9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♦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♣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spc="1200" kern="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BATAK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spc="800" kern="0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NFT-Rewarded Multiplayer Card Game on Solana Mobile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Stack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6032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Multi-Wallet MWA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cNFT Rewards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Languages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IN | Solana Mobile Hackathon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Mobile Games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users lack truly native, ground-up gaming experiences. Most dApps are wrapped web apps.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18872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🎮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029200" y="12344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Gameplay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crypto games sacrifice depth for tokenomics. Real players want real game mechanics.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92608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92608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017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Western-Centric Design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34747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gaming ignores massive non-English markets. Turkey, Eastern Europe, Middle East are underserved.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92608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292608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3017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029200" y="2971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Meaningful Rewards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0" y="34747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Play-to-earn models collapse. Players need tangible, lasting on-chain assets tied to real achievement.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Batak Tournament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deeply authentic Turkish card game — reimagined as a Solana-native mobile tournament platform.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606040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57860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52-card, 4-player trick-taking game — 2 game modes (Koz Maça, İhaleli Batak)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08376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98094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bot AI (Easy / Normal / Hard) — play solo or multiplayer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410712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3832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cNFT trophy awarded to tournament winners on mainnet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813048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785616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 token stake — create high-stakes SKR tournaments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4215384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18795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Multi-wallet: Phantom, Backpack, Seeker — one auth 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617720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59028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languages — English, Turkish, German, Spanish + more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114300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77840" y="13716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5577840" y="2194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deck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60920" y="114300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60920" y="13716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7360920" y="2194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/ game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0" y="301752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57784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5–11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5577840" y="40690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/ tournament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301752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6092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7360920" y="40690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play — free entry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Solana Mobile Stack — Deep Integration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73152" cy="1645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Wallet Adapter (MWA) — wallet-agnostic auth &amp; signing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8196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Phantom, Backpack, Seeker out-of-the-box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MWA-signed devnet memo tx on stake approval (prototype)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38658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React Native (ground-up, no web wrapper)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09728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097280"/>
            <a:ext cx="73152" cy="16459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cNFT / Blockchain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15361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Metaplex Bubblegum compressed NFTs on Solana Mainnet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18196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Merkle tree: EQPVVrkCnP... (14-depth, 16K capacity)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83480" y="2103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IPFS metadata via nft.storage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83480" y="238658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winners mint trophy to their wallet automatically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288036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880360"/>
            <a:ext cx="73152" cy="164592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95351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 Token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33192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 mint: SKRbvo6Gf7G... (mainnet balance read-only)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60273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modal: preset amounts + MWA approval flow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8862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stake verification &amp; escrow: roadmap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1696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mainnet (SKR) vs devnet (game) — no cross-contamination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288036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2880360"/>
            <a:ext cx="73152" cy="1645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295351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Server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83480" y="33192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TypeScript — fully server-authoritative game logic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83480" y="360273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real-time events — per-player state (hidden hands)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38862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persistence: stats, leaderboard, NFT rewards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83480" y="41696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→ Nginx → Cloudflare → batakci.xyz (live now)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Experience &amp; Gameplay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691640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02920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20040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Wallet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MWA one-tap auth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/ Backpack / Seeker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10712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221992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221992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039112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Queue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39112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 with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players or bots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9784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941064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7B61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41064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B6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3758184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Play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58184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cards dealt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trick-taking rules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48856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660136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FF6B3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660136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5477256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Tournament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77256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across 5–11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to claim trophy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79208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79208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7196328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 NFT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96328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cNFT lands in your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wallet on mainnet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🃏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11480" y="35661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Casino Aesthetic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11480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green felt, gold borders — premium mobile game feel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96312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42032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587752" y="35661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Bot AI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587752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difficulty levels — play anytime, no waiting for humans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72584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8304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🏆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4764024" y="35661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Leaderboard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764024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rankings across all players, filterable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848856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94576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6940296" y="35661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Play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40296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Server-authoritative — no cheating, all hands hidden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&amp; Why Now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74320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batakci.xyz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server, live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50592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50592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136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450592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50592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failures — robust game logic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26864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26864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626864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Modes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26864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 Maça + İhaleli Batak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03136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03136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803136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03136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Global-ready from day one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2880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This, Why Now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5760" y="34015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Batak is Turkey's most popular card game — 85M+ potential users who already know the rules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372160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Seeker phone (2025) opens a mass-market hardware gateway for Solana Mobile gaming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40416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  Deep card game mechanics = real retention — not another idle clicker or token farm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36168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 cNFTs are low-cost, permanent on-chain proofs of achievement — perfect for tournament rewards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" y="46817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Multi-wallet MWA means we reach ALL Solana Mobile users, not just one wallet's community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606040" cy="34747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43000"/>
            <a:ext cx="260604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43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Production live — batakci.xyz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Multi-wallet MWA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743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cNFT trophy minting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SKR stake rooms (prototype)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7490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11 languages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1143000"/>
            <a:ext cx="2606040" cy="3474720"/>
          </a:xfrm>
          <a:prstGeom prst="rect">
            <a:avLst/>
          </a:prstGeom>
          <a:solidFill>
            <a:srgbClr val="1A472A"/>
          </a:solidFill>
          <a:ln w="12700">
            <a:solidFill>
              <a:srgbClr val="4CAF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143000"/>
            <a:ext cx="260604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143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17373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Solana dApp Store listing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37560" y="2240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Weekly ranked tournaments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2743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On-chain SKR escrow &amp; prize pools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Advanced stats &amp; replays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143000"/>
            <a:ext cx="2606040" cy="3474720"/>
          </a:xfrm>
          <a:prstGeom prst="rect">
            <a:avLst/>
          </a:prstGeom>
          <a:solidFill>
            <a:srgbClr val="1A472A"/>
          </a:solidFill>
          <a:ln w="12700">
            <a:solidFill>
              <a:srgbClr val="7B61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143000"/>
            <a:ext cx="2606040" cy="45720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1143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72200" y="17373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Web3 social — friend lists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240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NFT-gated VIP tables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2743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Guild / clan system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Seasonal championship NFTs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371600" y="4572000"/>
            <a:ext cx="640080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371600" y="45720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batakci.xyz   |   📥  APK: batakci.xyz/download   |   GitHub: mesahin001/batak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Batak Tournament — Monolith Hackathon Pitch</dc:title>
  <dc:subject>PptxGenJS Presentation</dc:subject>
  <dc:creator>Batak Tournament</dc:creator>
  <cp:lastModifiedBy>Batak Tournament</cp:lastModifiedBy>
  <cp:revision>1</cp:revision>
  <dcterms:created xsi:type="dcterms:W3CDTF">2026-03-06T22:19:49Z</dcterms:created>
  <dcterms:modified xsi:type="dcterms:W3CDTF">2026-03-06T22:19:49Z</dcterms:modified>
</cp:coreProperties>
</file>