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37744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♥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48056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♣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spc="12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NFT-Rewarded Multiplayer Card Game on Solana Mobile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 MWA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Rewards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IN | Solana Mobile Hackathon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Games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users lack truly native, ground-up gaming experiences. Most dApps are wrapped web apps.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623560" y="12344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Gameplay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crypto games sacrifice depth for tokenomics. Real players want real game mechanics.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43000" y="29718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Western-Centric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gaming ignores massive non-English markets. Turkey, Eastern Europe, Middle East are underserved.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623560" y="29718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Rewards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Play-to-earn models collapse. Players need tangible, lasting on-chain assets tied to real achievement.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 Tournament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deeply authentic Turkish card game — reimagined as a Solana-native mobile tournament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7860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52-card, 4-player trick-taking game — 2 game modes (Koz Maça, İhaleli Batak)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08376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8094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 (Easy / Normal / Hard) — play solo or multiplayer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410712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cNFT trophy awarded to tournament winners on mainnet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13048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85616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 stake — create high-stakes SKR tournaments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215384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879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Multi-wallet: Phantom, Backpack, Seeker — one auth 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61772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59028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 — English, Turkish, German, Spanish + more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7784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57784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deck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6092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6092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736092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/ game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57784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557784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/ tournament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736092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— free entry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Solana Mobile Stack — Deep Integration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73152" cy="1645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Wallet Adapter (MWA) — wallet-agnostic auth &amp; signing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Phantom, Backpack, Seeker out-of-the-box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MWA-signed devnet memo tx on stake approval (prototype)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React Native (ground-up, no web wrapper)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097280"/>
            <a:ext cx="73152" cy="16459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/ Blockchain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Metaplex Bubblegum compressed NFTs on Solana Mainnet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tree: EQPVVrkCnP... (14-depth, 16K capacity)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metadata via nft.storage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mint trophy to their wallet automatically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80360"/>
            <a:ext cx="73152" cy="164592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mint: SKRbvo6Gf7G... (mainnet balance read-only)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modal: preset amounts + MWA approval flow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stake verification &amp; escrow: roadmap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mainnet (SKR) vs devnet (game) — no cross-contamination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2880360"/>
            <a:ext cx="73152" cy="1645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Server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TypeScript — fully server-authoritative game logic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real-time events — per-player state (hidden hands)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persistence: stats, leaderboard, NFT rewards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8348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→ Nginx → Cloudflare → batakci.xyz (live now)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Experience &amp; Gameplay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91640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Wallet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MWA one-tap auth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Backpack / Seeker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221992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21992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39112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Queue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39112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players or bots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9784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941064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41064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6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758184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Play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58184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cards dealt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trick-taking rules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48856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660136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0136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5477256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Tournament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77256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across 5–11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to claim trophy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79208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79208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196328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NFT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lands in your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wallet on mainnet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22960" y="356616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Aesthetic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1480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green felt, gold borders — premium mobile game feel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96312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999232" y="356616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587752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difficulty levels — play anytime, no waiting for humans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72584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175504" y="356616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Leaderboard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764024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rankings across all players, filterable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48856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94576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351776" y="356616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Play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40296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Server-authoritative — no cheating, all hands hidden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Why 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batakci.xyz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server, live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50592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450592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50592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failures — robust game logic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626864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Modes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26864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 Maça + İhaleli Batak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03136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803136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03136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Global-ready from day one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This, Why Now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34015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Batak is Turkey's most popular card game — 85M+ potential users who already know the rules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37216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Seeker phone (2025) opens a mass-market hardware gateway for Solana Mobile gaming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041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  Deep card game mechanics = real retention — not another idle clicker or token farm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36168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 cNFTs are low-cost, permanent on-chain proofs of achievement — perfect for tournament rewards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681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Multi-wallet MWA means we reach ALL Solana Mobile users, not just one wallet's community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Production live — batakci.xyz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Multi-wallet MWA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cNFT trophy minting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SKR stake rooms (prototype)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749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11 languages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Solana dApp Store listing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Weekly ranked tournaments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On-chain SKR escrow &amp; prize pools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Advanced stats &amp; replays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Web3 social — friend lists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NFT-gated VIP tables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Guild / clan 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Seasonal championship NFTs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batakci.xyz   |   📥  APK: batakci.xyz/download   |   GitHub: mesahin001/batak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Batak Tournament — Monolith Hackathon Pitch</dc:title>
  <dc:subject>PptxGenJS Presentation</dc:subject>
  <dc:creator>Batak Tournament</dc:creator>
  <cp:lastModifiedBy>Batak Tournament</cp:lastModifiedBy>
  <cp:revision>1</cp:revision>
  <dcterms:created xsi:type="dcterms:W3CDTF">2026-03-06T22:19:49Z</dcterms:created>
  <dcterms:modified xsi:type="dcterms:W3CDTF">2026-03-06T22:19:49Z</dcterms:modified>
</cp:coreProperties>
</file>